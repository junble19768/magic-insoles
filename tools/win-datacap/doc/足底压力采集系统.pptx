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62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 ray" initials="c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7" autoAdjust="0"/>
    <p:restoredTop sz="83236" autoAdjust="0"/>
  </p:normalViewPr>
  <p:slideViewPr>
    <p:cSldViewPr snapToGrid="0">
      <p:cViewPr varScale="1">
        <p:scale>
          <a:sx n="95" d="100"/>
          <a:sy n="95" d="100"/>
        </p:scale>
        <p:origin x="21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1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19T12:38:05.62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0,'24430'0,"-24393"0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C3A03-241C-451B-9D62-587E9DD07B79}" type="datetime1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02A5F-5613-42CE-BD53-6A63CC3CAB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73389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4A835-E86C-44EF-AC98-C2BC98769F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69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74956" cy="6946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4E293-F08F-4959-A320-E44619BD2E72}" type="datetimeFigureOut">
              <a:rPr lang="zh-CN" altLang="en-US" smtClean="0"/>
              <a:t>2023/6/19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CDC1-664C-4E1C-B452-AAB00E8E90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BF8D888-F2AD-A862-0828-D4D1B7C17880}"/>
              </a:ext>
            </a:extLst>
          </p:cNvPr>
          <p:cNvSpPr/>
          <p:nvPr/>
        </p:nvSpPr>
        <p:spPr>
          <a:xfrm>
            <a:off x="1358003" y="786843"/>
            <a:ext cx="627874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柔性压力鞋垫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3455BD41-DDAA-A0E9-CD51-33CD0A15D4A8}"/>
                  </a:ext>
                </a:extLst>
              </p14:cNvPr>
              <p14:cNvContentPartPr/>
              <p14:nvPr/>
            </p14:nvContentPartPr>
            <p14:xfrm>
              <a:off x="160509" y="1491468"/>
              <a:ext cx="880848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3455BD41-DDAA-A0E9-CD51-33CD0A15D4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869" y="1482468"/>
                <a:ext cx="882612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4AB87F4-96BA-9FAE-476B-3A3800752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09" y="1611678"/>
            <a:ext cx="3818374" cy="381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A2B40F8-0275-87FC-AD1B-6C17AF5BAA73}"/>
              </a:ext>
            </a:extLst>
          </p:cNvPr>
          <p:cNvSpPr txBox="1"/>
          <p:nvPr/>
        </p:nvSpPr>
        <p:spPr>
          <a:xfrm>
            <a:off x="4030125" y="2618573"/>
            <a:ext cx="4691843" cy="25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柔性压力鞋垫</a:t>
            </a:r>
            <a:r>
              <a:rPr lang="zh-CN" altLang="en-US" b="1" dirty="0"/>
              <a:t>是一种可以采集人体足底压力的传感器，我们以此为基础设计了一套基于</a:t>
            </a:r>
            <a:r>
              <a:rPr lang="en-US" altLang="zh-CN" b="1" dirty="0"/>
              <a:t>Socket</a:t>
            </a:r>
            <a:r>
              <a:rPr lang="zh-CN" altLang="en-US" b="1" dirty="0"/>
              <a:t>传输的</a:t>
            </a:r>
            <a:r>
              <a:rPr lang="zh-CN" altLang="en-US" b="1" dirty="0">
                <a:solidFill>
                  <a:srgbClr val="FF0000"/>
                </a:solidFill>
              </a:rPr>
              <a:t>实时</a:t>
            </a:r>
            <a:r>
              <a:rPr lang="zh-CN" altLang="en-US" b="1" dirty="0"/>
              <a:t>足底压力采集系统，包括：负责采集压力数据并发送至上位机的</a:t>
            </a:r>
            <a:r>
              <a:rPr lang="zh-CN" altLang="en-US" b="1" dirty="0">
                <a:solidFill>
                  <a:srgbClr val="FF0000"/>
                </a:solidFill>
              </a:rPr>
              <a:t>树莓派服务端</a:t>
            </a:r>
            <a:r>
              <a:rPr lang="zh-CN" altLang="en-US" b="1" dirty="0"/>
              <a:t>，负责接收数据并实时展示数据图像的</a:t>
            </a:r>
            <a:r>
              <a:rPr lang="zh-CN" altLang="en-US" b="1" dirty="0">
                <a:solidFill>
                  <a:srgbClr val="FF0000"/>
                </a:solidFill>
              </a:rPr>
              <a:t>上位机客户端</a:t>
            </a:r>
            <a:r>
              <a:rPr lang="zh-CN" altLang="en-US" b="1" dirty="0"/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F20C06-6E0D-5F32-9A91-2CBCF8664478}"/>
              </a:ext>
            </a:extLst>
          </p:cNvPr>
          <p:cNvSpPr txBox="1"/>
          <p:nvPr/>
        </p:nvSpPr>
        <p:spPr>
          <a:xfrm>
            <a:off x="994522" y="5605517"/>
            <a:ext cx="4691843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柔性压力鞋垫实物图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E5ZjAwZGE1Yjc3MDhiN2ZmNDgyMTc1OWMzZThlZj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</TotalTime>
  <Words>70</Words>
  <Application>Microsoft Office PowerPoint</Application>
  <PresentationFormat>全屏显示(4:3)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ray</dc:creator>
  <cp:lastModifiedBy>穆 胜达</cp:lastModifiedBy>
  <cp:revision>303</cp:revision>
  <dcterms:created xsi:type="dcterms:W3CDTF">2020-05-20T03:56:00Z</dcterms:created>
  <dcterms:modified xsi:type="dcterms:W3CDTF">2023-06-19T12:56:20Z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D74DD461236F4AA7A2AD9BCE0F853B9E</vt:lpwstr>
  </property>
</Properties>
</file>